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225800"/>
            <a:ext cx="7873803" cy="302260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7724" y="3613150"/>
            <a:ext cx="7607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EQUITY RESEARCH · DATA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7724" y="3995341"/>
            <a:ext cx="6997525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600" spc="-23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From raw financial data to a usable stock screener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047724" y="5619750"/>
            <a:ext cx="6997525" cy="12601"/>
          </a:xfrm>
          <a:prstGeom prst="roundRect">
            <a:avLst>
              <a:gd name="adj" fmla="val 49998"/>
            </a:avLst>
          </a:prstGeom>
          <a:solidFill>
            <a:srgbClr val="57646F"/>
          </a:solidFill>
          <a:ln/>
        </p:spPr>
      </p:sp>
      <p:sp>
        <p:nvSpPr>
          <p:cNvPr id="6" name="Text 4"/>
          <p:cNvSpPr/>
          <p:nvPr/>
        </p:nvSpPr>
        <p:spPr>
          <a:xfrm>
            <a:off x="1047724" y="5795963"/>
            <a:ext cx="760711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practical path from company records to interactive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RESEARCH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Four ratios turn a flat dataset into an equity-research lens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measure reframes company inputs as a screening question. Interactive filters turn those measures into decisions a researcher can test.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137223"/>
            <a:ext cx="2514537" cy="211117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4372173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4529" y="4877594"/>
            <a:ext cx="204464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P/E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4529" y="5462389"/>
            <a:ext cx="227959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Price relative to earnings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8914" y="4137223"/>
            <a:ext cx="2514537" cy="211117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3858" y="4372173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3858" y="4877594"/>
            <a:ext cx="204464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P/B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63858" y="5462389"/>
            <a:ext cx="20446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Price relative to book 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4137223"/>
            <a:ext cx="2514537" cy="211117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188" y="4372173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PROFITABILITY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83188" y="4877594"/>
            <a:ext cx="204464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83188" y="5462389"/>
            <a:ext cx="20446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Income generated by equity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67573" y="4137223"/>
            <a:ext cx="2514537" cy="211117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2517" y="4372173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02517" y="4877594"/>
            <a:ext cx="204464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Debt-to-Equity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02517" y="5462389"/>
            <a:ext cx="227959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Debt relative to equity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34753"/>
            <a:ext cx="52576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216944"/>
            <a:ext cx="464808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project covers 200 companies across two financial years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3763566"/>
            <a:ext cx="4648084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400 financial records span 10 industries and FY2025 and FY2026. Inputs include price, EPS, book value, income, equity, debt and shares outstanding.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1270298"/>
            <a:ext cx="4648084" cy="36811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4027" y="5059363"/>
            <a:ext cx="464808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company breadth and year coverage support cross-sectional and year-over-year comparison.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VALIDATION BEFORE CALCULATION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workflow is designed to catch bad inputs before they become bad ratios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21178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655913"/>
            <a:ext cx="1950691" cy="259248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389086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4529" y="427702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439767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4911328"/>
            <a:ext cx="1480803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Read the financial CSV with Python and Pandas.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64969" y="3655913"/>
            <a:ext cx="1950691" cy="259248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913" y="389086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099913" y="427702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3099913" y="439767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Inspect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99913" y="4911328"/>
            <a:ext cx="1480803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Review rows, columns and missing values.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353" y="3655913"/>
            <a:ext cx="1950889" cy="259248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5297" y="389086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355297" y="4277023"/>
            <a:ext cx="1481001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8" name="Text 16"/>
          <p:cNvSpPr/>
          <p:nvPr/>
        </p:nvSpPr>
        <p:spPr>
          <a:xfrm>
            <a:off x="5355297" y="4397673"/>
            <a:ext cx="148100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Check EPS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55297" y="4911328"/>
            <a:ext cx="148100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Identify zero or negative earnings.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75936" y="3655913"/>
            <a:ext cx="1950691" cy="259248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0880" y="389086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610880" y="427702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3" name="Text 21"/>
          <p:cNvSpPr/>
          <p:nvPr/>
        </p:nvSpPr>
        <p:spPr>
          <a:xfrm>
            <a:off x="7610880" y="439767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10880" y="4911328"/>
            <a:ext cx="1480803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Compute and verify the four ratios.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31320" y="3655913"/>
            <a:ext cx="1950790" cy="2592487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264" y="389086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866264" y="427702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8" name="Text 26"/>
          <p:cNvSpPr/>
          <p:nvPr/>
        </p:nvSpPr>
        <p:spPr>
          <a:xfrm>
            <a:off x="9866264" y="4397673"/>
            <a:ext cx="148090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Publish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66264" y="4911328"/>
            <a:ext cx="1480902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Send the final dataset to the interactive dashboard.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FOUR QUESTIONS, FOUR MEASURES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Each ratio answers a different research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864247"/>
            <a:ext cx="2514537" cy="3384153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3099197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4529" y="3604617"/>
            <a:ext cx="204464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P/E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4529" y="4308773"/>
            <a:ext cx="20446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do investors pay for earnings?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5142409"/>
            <a:ext cx="20446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Price per unit of earnings.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8914" y="2864247"/>
            <a:ext cx="2514537" cy="3384153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3858" y="3099197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3858" y="3604617"/>
            <a:ext cx="204464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P/B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63858" y="4308773"/>
            <a:ext cx="204464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does price compare with book value?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3858" y="5462389"/>
            <a:ext cx="20446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Market price relative to book value.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8244" y="2864247"/>
            <a:ext cx="2514537" cy="3384153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188" y="3099197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PROFITABILITY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3188" y="3604617"/>
            <a:ext cx="204464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ROE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83188" y="4308773"/>
            <a:ext cx="204464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effectively does equity generate income?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83188" y="5462389"/>
            <a:ext cx="20446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Net income in relation to equity.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67573" y="2864247"/>
            <a:ext cx="2514537" cy="3384153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2517" y="3099197"/>
            <a:ext cx="227959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LEVERAGE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02517" y="3604617"/>
            <a:ext cx="204464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40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D/E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02517" y="4308773"/>
            <a:ext cx="20446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much debt sits behind equity?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2517" y="5142409"/>
            <a:ext cx="227959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Debt per unit of equity.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EDGE CASE · EARNINGS PER SHARE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If EPS ≤ 0,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P/E is not meaningful.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609585" y="344328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797300"/>
            <a:ext cx="11582110" cy="37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screener returns </a:t>
            </a:r>
            <a:pPr algn="l" indent="0" marL="0">
              <a:lnSpc>
                <a:spcPct val="129000"/>
              </a:lnSpc>
              <a:buNone/>
            </a:pPr>
            <a:r>
              <a:rPr lang="en-US" sz="19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N/A</a:t>
            </a:r>
            <a:pPr algn="l" indent="0" marL="0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instead of forcing a misleading number.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5045770"/>
            <a:ext cx="525766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52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43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09585" y="5972870"/>
            <a:ext cx="5486263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records with EPS less than or equal to zero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442" y="5045770"/>
            <a:ext cx="5257668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Range checks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24442" y="5630565"/>
            <a:ext cx="525766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 P/E values exclude those records.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9498" y="5045770"/>
            <a:ext cx="12700" cy="120263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38263"/>
            <a:ext cx="408423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VERIFIED RATIO RANGES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20453"/>
            <a:ext cx="3474653" cy="2133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calculated ranges show the spread the dashboard needs to expose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4120356"/>
            <a:ext cx="347465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P/E range uses valid positive-EPS records only.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4991497"/>
            <a:ext cx="347465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26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Distinct scales and a negative ROE floor call for separate controls and views.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1716683"/>
            <a:ext cx="5821614" cy="3424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SCREEN · REVIEW · RESET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dashboard turns analysis into an interactive screening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85131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Move from broad context to a focused set of matching company records, then reset and test another hypothesis.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931444"/>
            <a:ext cx="1950691" cy="231695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41663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4529" y="455255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467320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5186859"/>
            <a:ext cx="1480803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Choose financial year and industry.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64969" y="3931444"/>
            <a:ext cx="1950691" cy="231695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913" y="41663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099913" y="455255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3099913" y="467320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99913" y="5186859"/>
            <a:ext cx="1480803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Set maximum P/E and P/B.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353" y="3931444"/>
            <a:ext cx="1950889" cy="231695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5297" y="41663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355297" y="4552553"/>
            <a:ext cx="1481001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8" name="Text 16"/>
          <p:cNvSpPr/>
          <p:nvPr/>
        </p:nvSpPr>
        <p:spPr>
          <a:xfrm>
            <a:off x="5355297" y="4673203"/>
            <a:ext cx="148100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Quality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55297" y="5186859"/>
            <a:ext cx="148100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Set minimum ROE and maximum D/E.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75936" y="3931444"/>
            <a:ext cx="1950691" cy="231695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0880" y="41663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610880" y="455255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3" name="Text 21"/>
          <p:cNvSpPr/>
          <p:nvPr/>
        </p:nvSpPr>
        <p:spPr>
          <a:xfrm>
            <a:off x="7610880" y="4673203"/>
            <a:ext cx="148080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10880" y="5186859"/>
            <a:ext cx="1480803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Explore KPIs, charts and matching records.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31320" y="3931444"/>
            <a:ext cx="1950790" cy="2316956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264" y="41663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866264" y="4552553"/>
            <a:ext cx="1480803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28" name="Text 26"/>
          <p:cNvSpPr/>
          <p:nvPr/>
        </p:nvSpPr>
        <p:spPr>
          <a:xfrm>
            <a:off x="9866264" y="4673203"/>
            <a:ext cx="148090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Repeat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66264" y="5186859"/>
            <a:ext cx="1480902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Reset filters and test a new hypothesis.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architecture keeps calculation separate from exploration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85131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Preparation produces a ratio-enriched CSV; the dashboard explores that output without mixing screening choices into the calculation stage.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65628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282777"/>
            <a:ext cx="2031949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5095577"/>
            <a:ext cx="162555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Raw financial data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29" y="3977977"/>
            <a:ext cx="2031949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47924" y="4790777"/>
            <a:ext cx="162555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Python / Pandas data checking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3" y="3673177"/>
            <a:ext cx="2031949" cy="142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83068" y="4485977"/>
            <a:ext cx="162555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Ratio calculation with NumPy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3368377"/>
            <a:ext cx="2031949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8212" y="4181177"/>
            <a:ext cx="162555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Final CSV with ratio columns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161" y="3063577"/>
            <a:ext cx="2031949" cy="1428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753356" y="3876377"/>
            <a:ext cx="162555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spc="-9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Interactive dashboard and user-defined screening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568945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What the project proves — and where it can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60984"/>
            <a:ext cx="5689358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464197"/>
            <a:ext cx="5689458" cy="3001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project demonstrates an end-to-end path from CSV inputs to an interactive equity-research tool, with explicit handling for non-positive EPS.</a:t>
            </a:r>
            <a:endParaRPr lang="en-US" sz="1600" dirty="0"/>
          </a:p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Year and industry context remain available for analysis. The separation between calculation and exploration gives future work a clear base.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Next: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automated refresh, historical trends, more ratios, market-performance metrics and database connectivity.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2026-09-27T00:06:56Z</dcterms:created>
  <dcterms:modified xsi:type="dcterms:W3CDTF">2026-09-27T00:06:56Z</dcterms:modified>
</cp:coreProperties>
</file>